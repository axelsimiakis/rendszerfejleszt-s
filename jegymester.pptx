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9347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52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71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9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60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1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58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6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3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09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8037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56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12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99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42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19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6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Jegymester rendszer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Mozijegy foglaló webalkalmazás</a:t>
            </a:r>
          </a:p>
          <a:p>
            <a:r>
              <a:t>Frontend + Backend rendszer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Rendszer áttekintés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Felhasználók:</a:t>
            </a:r>
          </a:p>
          <a:p>
            <a:r>
              <a:t>- Login</a:t>
            </a:r>
          </a:p>
          <a:p>
            <a:r>
              <a:t>- Seat foglalás</a:t>
            </a:r>
          </a:p>
          <a:p>
            <a:r>
              <a:t>Admin:</a:t>
            </a:r>
          </a:p>
          <a:p>
            <a:r>
              <a:t>- Film kezelés (CRUD)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 API</a:t>
            </a:r>
          </a:p>
          <a:p>
            <a:r>
              <a:t>Auth, Movies, Seats, Tickets</a:t>
            </a:r>
          </a:p>
          <a:p>
            <a:r>
              <a:t>Node.js + Express +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 rendszer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/auth/login</a:t>
            </a:r>
          </a:p>
          <a:p>
            <a:r>
              <a:t>GET /auth/me</a:t>
            </a:r>
          </a:p>
          <a:p>
            <a:r>
              <a:t>JWT token alapú autentikáció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Filmek kezelése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/movies</a:t>
            </a:r>
          </a:p>
          <a:p>
            <a:r>
              <a:t>POST /movies</a:t>
            </a:r>
          </a:p>
          <a:p>
            <a:r>
              <a:t>PUT /movies/:id</a:t>
            </a:r>
          </a:p>
          <a:p>
            <a:r>
              <a:t>DELETE /movies/:id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Seat rendszer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/seats/:screeningId</a:t>
            </a:r>
          </a:p>
          <a:p>
            <a:r>
              <a:t>Cinema-style ülés kezelés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Seat Picker – UI Mockup (1)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7315200" cy="36576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A1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5544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5544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0116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20116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20116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468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24688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24688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24688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2926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29260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29260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0" y="29260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3383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716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33832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860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0" y="33832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0" y="33832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3840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71600" y="38404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0" y="38404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432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004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0" y="38404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148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F9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0" y="38404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3716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28800" y="42976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2860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G3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00400" y="42976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576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148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G7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G8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29200" y="42976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G9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86400" y="42976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4754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371600" y="47548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8288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2860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743200" y="47548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H4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004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H5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6576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H6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148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H7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0" y="47548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H8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029200" y="47548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H9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4864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H10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828800" y="5303520"/>
            <a:ext cx="274320" cy="27432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03120" y="5293151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Szabad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346044" y="5295036"/>
            <a:ext cx="274320" cy="27432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657600" y="529503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Kiválasztott</a:t>
            </a:r>
            <a:endParaRPr dirty="0"/>
          </a:p>
        </p:txBody>
      </p:sp>
      <p:sp>
        <p:nvSpPr>
          <p:cNvPr id="96" name="Rounded Rectangle 95"/>
          <p:cNvSpPr/>
          <p:nvPr/>
        </p:nvSpPr>
        <p:spPr>
          <a:xfrm>
            <a:off x="5029200" y="5295036"/>
            <a:ext cx="274320" cy="27432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303520" y="524318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Foglalt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Seat Picker – UI Mockup (2)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7315200" cy="36576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5544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5544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554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0116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20116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2011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20116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468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24688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24688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24688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2468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2926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29260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29260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0" y="29260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0" y="29260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3383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716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33832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860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0" y="33832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0" y="33832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0" y="33832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3840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71600" y="38404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0" y="38404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432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004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0" y="38404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148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0" y="38404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F9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0" y="38404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3716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28800" y="42976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2860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G3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00400" y="42976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576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148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G7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0" y="42976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G8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29200" y="42976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G9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86400" y="42976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4754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371600" y="47548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8288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2860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743200" y="47548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H4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004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H5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6576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H6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148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H7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0" y="4754880"/>
            <a:ext cx="365760" cy="36576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H8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029200" y="4754880"/>
            <a:ext cx="365760" cy="3657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H9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486400" y="4754880"/>
            <a:ext cx="365760" cy="36576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H10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828800" y="5486400"/>
            <a:ext cx="274320" cy="27432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9456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Szabad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114800" y="5486400"/>
            <a:ext cx="274320" cy="27432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48056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Kiválasztott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400800" y="5486400"/>
            <a:ext cx="274320" cy="27432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76656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Foglalt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Foglalás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/tickets/reserve</a:t>
            </a:r>
          </a:p>
          <a:p>
            <a:r>
              <a:t>Seat kiválasztás és foglalás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technológia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</a:t>
            </a:r>
          </a:p>
          <a:p>
            <a:r>
              <a:t>Material UI</a:t>
            </a:r>
          </a:p>
          <a:p>
            <a:r>
              <a:t>React Router</a:t>
            </a:r>
          </a:p>
          <a:p>
            <a:r>
              <a:t>React Query</a:t>
            </a:r>
          </a:p>
          <a:p>
            <a:r>
              <a:t>Axios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MUI DataGrid</a:t>
            </a:r>
          </a:p>
          <a:p>
            <a:r>
              <a:t>CRUD műveletek</a:t>
            </a:r>
          </a:p>
          <a:p>
            <a:r>
              <a:t>Modal szerkesztés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Architektúra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Feature-based struktúra</a:t>
            </a:r>
          </a:p>
          <a:p>
            <a:r>
              <a:t>Context + Hooks</a:t>
            </a:r>
          </a:p>
          <a:p>
            <a:r>
              <a:t>Tiszta komponensek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Vercel</a:t>
            </a:r>
          </a:p>
          <a:p>
            <a:r>
              <a:t>Backend: Render</a:t>
            </a:r>
          </a:p>
          <a:p>
            <a:r>
              <a:t>DB: Supabase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Összegzés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fullstack app</a:t>
            </a:r>
          </a:p>
          <a:p>
            <a:r>
              <a:t>Valós use-case</a:t>
            </a:r>
          </a:p>
          <a:p>
            <a:r>
              <a:t>Production-ready frontend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ő esemény">
  <a:themeElements>
    <a:clrScheme name="Fő esemény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Fő esemény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ő esemény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Fő esemény</Template>
  <TotalTime>6</TotalTime>
  <Words>342</Words>
  <Application>Microsoft Office PowerPoint</Application>
  <PresentationFormat>Diavetítés a képernyőre (4:3 oldalarány)</PresentationFormat>
  <Paragraphs>236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7" baseType="lpstr">
      <vt:lpstr>Arial</vt:lpstr>
      <vt:lpstr>Impact</vt:lpstr>
      <vt:lpstr>Fő esemény</vt:lpstr>
      <vt:lpstr>Jegymester rendszer</vt:lpstr>
      <vt:lpstr>Rendszer áttekintés</vt:lpstr>
      <vt:lpstr>Backend API</vt:lpstr>
      <vt:lpstr>Auth rendszer</vt:lpstr>
      <vt:lpstr>Filmek kezelése</vt:lpstr>
      <vt:lpstr>Seat rendszer</vt:lpstr>
      <vt:lpstr>PowerPoint-bemutató</vt:lpstr>
      <vt:lpstr>PowerPoint-bemutató</vt:lpstr>
      <vt:lpstr>Foglalás</vt:lpstr>
      <vt:lpstr>Frontend technológia</vt:lpstr>
      <vt:lpstr>Admin Dashboard</vt:lpstr>
      <vt:lpstr>Architektúra</vt:lpstr>
      <vt:lpstr>Deployment</vt:lpstr>
      <vt:lpstr>Összegzés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Axel Simiakis</cp:lastModifiedBy>
  <cp:revision>2</cp:revision>
  <dcterms:created xsi:type="dcterms:W3CDTF">2013-01-27T09:14:16Z</dcterms:created>
  <dcterms:modified xsi:type="dcterms:W3CDTF">2026-05-06T15:04:36Z</dcterms:modified>
  <cp:category/>
</cp:coreProperties>
</file>