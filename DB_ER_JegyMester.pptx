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0BCAC4-E028-B3A7-5135-47204B9A5FF3}" v="98" dt="2026-03-02T22:36:52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2026. 03. 02.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604EA71D-D8C0-1AA3-340C-329682737701}"/>
              </a:ext>
            </a:extLst>
          </p:cNvPr>
          <p:cNvSpPr/>
          <p:nvPr/>
        </p:nvSpPr>
        <p:spPr>
          <a:xfrm>
            <a:off x="1073037" y="686288"/>
            <a:ext cx="3232719" cy="13890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/>
              <a:t>Movie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F8417406-1502-4542-4F39-D2DBD1F6218E}"/>
              </a:ext>
            </a:extLst>
          </p:cNvPr>
          <p:cNvSpPr/>
          <p:nvPr/>
        </p:nvSpPr>
        <p:spPr>
          <a:xfrm>
            <a:off x="4969846" y="686287"/>
            <a:ext cx="3232719" cy="13890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/>
              <a:t>Room</a:t>
            </a:r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2E272DB0-FA01-2292-80CF-CB3F104CB100}"/>
              </a:ext>
            </a:extLst>
          </p:cNvPr>
          <p:cNvSpPr/>
          <p:nvPr/>
        </p:nvSpPr>
        <p:spPr>
          <a:xfrm>
            <a:off x="8799138" y="686288"/>
            <a:ext cx="3232719" cy="13890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/>
              <a:t>Seat</a:t>
            </a:r>
          </a:p>
        </p:txBody>
      </p:sp>
      <p:sp>
        <p:nvSpPr>
          <p:cNvPr id="7" name="Téglalap 6">
            <a:extLst>
              <a:ext uri="{FF2B5EF4-FFF2-40B4-BE49-F238E27FC236}">
                <a16:creationId xmlns:a16="http://schemas.microsoft.com/office/drawing/2014/main" id="{1CBECA72-0078-4D48-C872-6BCF804ED276}"/>
              </a:ext>
            </a:extLst>
          </p:cNvPr>
          <p:cNvSpPr/>
          <p:nvPr/>
        </p:nvSpPr>
        <p:spPr>
          <a:xfrm>
            <a:off x="581112" y="4891756"/>
            <a:ext cx="3232719" cy="13890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/>
              <a:t>Transaction</a:t>
            </a:r>
            <a:endParaRPr lang="hu-HU" dirty="0"/>
          </a:p>
        </p:txBody>
      </p:sp>
      <p:sp>
        <p:nvSpPr>
          <p:cNvPr id="8" name="Téglalap 7">
            <a:extLst>
              <a:ext uri="{FF2B5EF4-FFF2-40B4-BE49-F238E27FC236}">
                <a16:creationId xmlns:a16="http://schemas.microsoft.com/office/drawing/2014/main" id="{B5CE8B3A-DC4E-8A48-BAB1-419B31EC24F2}"/>
              </a:ext>
            </a:extLst>
          </p:cNvPr>
          <p:cNvSpPr/>
          <p:nvPr/>
        </p:nvSpPr>
        <p:spPr>
          <a:xfrm>
            <a:off x="4825163" y="4891757"/>
            <a:ext cx="3232719" cy="13890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/>
              <a:t>User</a:t>
            </a:r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DEE17B11-1A84-4D48-E6E0-E645A23F74D4}"/>
              </a:ext>
            </a:extLst>
          </p:cNvPr>
          <p:cNvSpPr/>
          <p:nvPr/>
        </p:nvSpPr>
        <p:spPr>
          <a:xfrm>
            <a:off x="8615872" y="4891756"/>
            <a:ext cx="3232719" cy="13890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/>
              <a:t>Role</a:t>
            </a:r>
          </a:p>
        </p:txBody>
      </p: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5ED0932B-91AB-A95E-978D-4C04C2DD36B8}"/>
              </a:ext>
            </a:extLst>
          </p:cNvPr>
          <p:cNvCxnSpPr/>
          <p:nvPr/>
        </p:nvCxnSpPr>
        <p:spPr>
          <a:xfrm>
            <a:off x="8214986" y="1367424"/>
            <a:ext cx="574109" cy="10438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8492E7DE-3F06-52BD-F37D-39460511FAF2}"/>
              </a:ext>
            </a:extLst>
          </p:cNvPr>
          <p:cNvCxnSpPr/>
          <p:nvPr/>
        </p:nvCxnSpPr>
        <p:spPr>
          <a:xfrm>
            <a:off x="8046651" y="5610154"/>
            <a:ext cx="605424" cy="10438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46B4F751-01EE-A2F6-8C9C-1C03965D4BD1}"/>
              </a:ext>
            </a:extLst>
          </p:cNvPr>
          <p:cNvCxnSpPr/>
          <p:nvPr/>
        </p:nvCxnSpPr>
        <p:spPr>
          <a:xfrm>
            <a:off x="3808679" y="5578839"/>
            <a:ext cx="1012520" cy="10438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églalap 13">
            <a:extLst>
              <a:ext uri="{FF2B5EF4-FFF2-40B4-BE49-F238E27FC236}">
                <a16:creationId xmlns:a16="http://schemas.microsoft.com/office/drawing/2014/main" id="{63633EDF-FA64-FE79-33DB-620087E02134}"/>
              </a:ext>
            </a:extLst>
          </p:cNvPr>
          <p:cNvSpPr/>
          <p:nvPr/>
        </p:nvSpPr>
        <p:spPr>
          <a:xfrm>
            <a:off x="8201111" y="2808313"/>
            <a:ext cx="3232719" cy="13890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/>
              <a:t>Ticket</a:t>
            </a:r>
            <a:endParaRPr lang="hu-HU" dirty="0"/>
          </a:p>
        </p:txBody>
      </p: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279E093B-782B-1A6B-F91E-B32DD101D371}"/>
              </a:ext>
            </a:extLst>
          </p:cNvPr>
          <p:cNvCxnSpPr/>
          <p:nvPr/>
        </p:nvCxnSpPr>
        <p:spPr>
          <a:xfrm flipV="1">
            <a:off x="2343079" y="4086157"/>
            <a:ext cx="5852350" cy="80864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nyíllal 16">
            <a:extLst>
              <a:ext uri="{FF2B5EF4-FFF2-40B4-BE49-F238E27FC236}">
                <a16:creationId xmlns:a16="http://schemas.microsoft.com/office/drawing/2014/main" id="{AE50439C-7A87-703F-6F61-48331746F8D4}"/>
              </a:ext>
            </a:extLst>
          </p:cNvPr>
          <p:cNvCxnSpPr/>
          <p:nvPr/>
        </p:nvCxnSpPr>
        <p:spPr>
          <a:xfrm>
            <a:off x="5775053" y="2037858"/>
            <a:ext cx="31315" cy="68893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églalap 17">
            <a:extLst>
              <a:ext uri="{FF2B5EF4-FFF2-40B4-BE49-F238E27FC236}">
                <a16:creationId xmlns:a16="http://schemas.microsoft.com/office/drawing/2014/main" id="{C3C9AD86-0D93-911A-CEA5-F78C58507564}"/>
              </a:ext>
            </a:extLst>
          </p:cNvPr>
          <p:cNvSpPr/>
          <p:nvPr/>
        </p:nvSpPr>
        <p:spPr>
          <a:xfrm>
            <a:off x="2867110" y="2682919"/>
            <a:ext cx="3232719" cy="138909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hu-HU"/>
              <a:t>Screening</a:t>
            </a:r>
            <a:endParaRPr lang="hu-HU" dirty="0"/>
          </a:p>
        </p:txBody>
      </p:sp>
      <p:cxnSp>
        <p:nvCxnSpPr>
          <p:cNvPr id="19" name="Egyenes összekötő nyíllal 18">
            <a:extLst>
              <a:ext uri="{FF2B5EF4-FFF2-40B4-BE49-F238E27FC236}">
                <a16:creationId xmlns:a16="http://schemas.microsoft.com/office/drawing/2014/main" id="{B36018C8-724C-9DF2-097B-F841D9E9C7D8}"/>
              </a:ext>
            </a:extLst>
          </p:cNvPr>
          <p:cNvCxnSpPr/>
          <p:nvPr/>
        </p:nvCxnSpPr>
        <p:spPr>
          <a:xfrm>
            <a:off x="6002055" y="3413342"/>
            <a:ext cx="2254684" cy="4175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71100C5E-D35A-3526-E4E0-ECB9A01581A2}"/>
              </a:ext>
            </a:extLst>
          </p:cNvPr>
          <p:cNvCxnSpPr>
            <a:cxnSpLocks/>
          </p:cNvCxnSpPr>
          <p:nvPr/>
        </p:nvCxnSpPr>
        <p:spPr>
          <a:xfrm>
            <a:off x="3450470" y="2037857"/>
            <a:ext cx="31315" cy="68893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Egyenes összekötő nyíllal 21">
            <a:extLst>
              <a:ext uri="{FF2B5EF4-FFF2-40B4-BE49-F238E27FC236}">
                <a16:creationId xmlns:a16="http://schemas.microsoft.com/office/drawing/2014/main" id="{C3376B6F-0F32-F94E-393C-5F793660FC04}"/>
              </a:ext>
            </a:extLst>
          </p:cNvPr>
          <p:cNvCxnSpPr>
            <a:cxnSpLocks/>
          </p:cNvCxnSpPr>
          <p:nvPr/>
        </p:nvCxnSpPr>
        <p:spPr>
          <a:xfrm>
            <a:off x="10154141" y="2037858"/>
            <a:ext cx="31315" cy="84325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C82571C9-5435-3161-D327-0BABB180E6FD}"/>
              </a:ext>
            </a:extLst>
          </p:cNvPr>
          <p:cNvCxnSpPr/>
          <p:nvPr/>
        </p:nvCxnSpPr>
        <p:spPr>
          <a:xfrm flipV="1">
            <a:off x="6596776" y="4181023"/>
            <a:ext cx="3343049" cy="728175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2742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2" baseType="lpstr">
      <vt:lpstr>Office-téma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53</cp:revision>
  <dcterms:created xsi:type="dcterms:W3CDTF">2026-03-02T18:27:51Z</dcterms:created>
  <dcterms:modified xsi:type="dcterms:W3CDTF">2026-03-02T22:36:59Z</dcterms:modified>
</cp:coreProperties>
</file>